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GFLOPs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50k</c:v>
                </c:pt>
                <c:pt idx="1">
                  <c:v>100k</c:v>
                </c:pt>
                <c:pt idx="2">
                  <c:v>500k</c:v>
                </c:pt>
                <c:pt idx="3">
                  <c:v>1M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13.62</c:v>
                </c:pt>
                <c:pt idx="1">
                  <c:v>22.16</c:v>
                </c:pt>
                <c:pt idx="2">
                  <c:v>32.18</c:v>
                </c:pt>
                <c:pt idx="3">
                  <c:v>36.79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Matrix Size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GFLOPs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Kernel Time (ms)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50k</c:v>
                </c:pt>
                <c:pt idx="1">
                  <c:v>100k</c:v>
                </c:pt>
                <c:pt idx="2">
                  <c:v>500k</c:v>
                </c:pt>
                <c:pt idx="3">
                  <c:v>1M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0.521201</c:v>
                </c:pt>
                <c:pt idx="1">
                  <c:v>0.730931</c:v>
                </c:pt>
                <c:pt idx="2">
                  <c:v>2.828185</c:v>
                </c:pt>
                <c:pt idx="3">
                  <c:v>5.490941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Matrix Size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Time (ms)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Time (ms)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50k</c:v>
                </c:pt>
                <c:pt idx="1">
                  <c:v>100k</c:v>
                </c:pt>
                <c:pt idx="2">
                  <c:v>500k</c:v>
                </c:pt>
                <c:pt idx="3">
                  <c:v>1M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3.92089</c:v>
                </c:pt>
                <c:pt idx="1">
                  <c:v>9.50716</c:v>
                </c:pt>
                <c:pt idx="2">
                  <c:v>148.132</c:v>
                </c:pt>
                <c:pt idx="3">
                  <c:v>384.248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Matrix Size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Time (ms)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FPGA SpMV Throughput (GFLOPs)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1887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FPGA Kernel Time (ms)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1887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Time (ms)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1887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