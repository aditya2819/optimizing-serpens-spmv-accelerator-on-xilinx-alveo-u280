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FPGA SpMV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Sparse Matrix: 1M × 1M with 90M NNZ</a:t>
            </a:r>
          </a:p>
          <a:p>
            <a:pPr lvl="1"/>
            <a:r>
              <a:t>Throughput: ~36 GFLOP/s</a:t>
            </a:r>
          </a:p>
          <a:p>
            <a:pPr lvl="1"/>
            <a:r>
              <a:t>Power Consumption: 32–34 Watts</a:t>
            </a:r>
          </a:p>
          <a:p>
            <a:pPr lvl="1"/>
            <a:r>
              <a:t>Platform: Xilinx Alveo U280 (HBM2)</a:t>
            </a:r>
          </a:p>
          <a:p>
            <a:pPr lvl="1"/>
            <a:r>
              <a:t>Design: 24-Channel Serpens SpMV Kernel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